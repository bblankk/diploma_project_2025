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Разработка на 32-bit x86 Микрокернелна ОС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Дипломен проект</a:t>
            </a:r>
          </a:p>
          <a:p>
            <a:r>
              <a:t>C + NASM • Multiboot • GRUB • QEMU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Архитектурен Преглед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Microkernel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65176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VMM (Paging)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29768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Scheduler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12064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IPC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Процес на Стартиране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GRUB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Protected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65760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Kernel Init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72000"/>
            <a:ext cx="3657600" cy="64008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Memory Init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Управление на Паметта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Multiboot Memory Map</a:t>
            </a:r>
          </a:p>
          <a:p>
            <a:r>
              <a:t>Парсване и нормализация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8288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Bitmap Physical Memory Manager</a:t>
            </a:r>
          </a:p>
          <a:p>
            <a:r>
              <a:t>Свободни / Заети рамки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GDT и IDT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2743200" cy="91440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GDT</a:t>
            </a:r>
          </a:p>
          <a:p>
            <a:r>
              <a:t>Сегментация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2286000"/>
            <a:ext cx="2743200" cy="91440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IDT</a:t>
            </a:r>
          </a:p>
          <a:p>
            <a:r>
              <a:t>Interrupt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Планирани Функции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45720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743200"/>
            <a:ext cx="45720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Таймерни прекъсвания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45720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Preemptive Scheduler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4572000" cy="731520"/>
          </a:xfrm>
          <a:prstGeom prst="round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Процеси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Capability-базиран Модел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Всеки процес притежава capability ключове.</a:t>
            </a:r>
          </a:p>
          <a:p>
            <a:r>
              <a:t>Контролиран достъп до памет и kernel обекти.</a:t>
            </a:r>
          </a:p>
          <a:p>
            <a:r>
              <a:t>Без глобален root модел.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Микрокернел vs Монолитно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Монолитно (Linux/Windows)</a:t>
            </a:r>
          </a:p>
          <a:p>
            <a:r>
              <a:t>• Superuser</a:t>
            </a:r>
          </a:p>
          <a:p>
            <a:r>
              <a:t>• Голяма TCB</a:t>
            </a:r>
          </a:p>
          <a:p>
            <a:r>
              <a:t>• Всичко в ядрото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Микрокернел</a:t>
            </a:r>
          </a:p>
          <a:p>
            <a:r>
              <a:t>• Capability модел</a:t>
            </a:r>
          </a:p>
          <a:p>
            <a:r>
              <a:t>• Силна изолация</a:t>
            </a:r>
          </a:p>
          <a:p>
            <a:r>
              <a:t>• Минимално ядро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Цели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• Образователен проект</a:t>
            </a:r>
          </a:p>
          <a:p>
            <a:r>
              <a:t>• Архитектурна яснота</a:t>
            </a:r>
          </a:p>
          <a:p>
            <a:r>
              <a:t>• Ниско ниво</a:t>
            </a:r>
          </a:p>
          <a:p>
            <a:r>
              <a:t>• Алтернативен модел за сигурност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Благодаря за вниманието!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Въпроси?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